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032"/>
          </a:solidFill>
          <a:ln w="12700">
            <a:solidFill>
              <a:srgbClr val="1A10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377440"/>
            <a:ext cx="7863840" cy="54864"/>
          </a:xfrm>
          <a:prstGeom prst="rect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5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DPMM NEGERI JOHOR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Laporan Sistem Digital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BA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Gambaran Keseluruhan Platform Pengurusan Ahli &amp; Mesyuarat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2004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6A0DAD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004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Borang Permohonan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32004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6A0DAD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32004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Ahli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15000" y="32004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4A2060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32004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Mesyuarat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5943600"/>
            <a:ext cx="8641080" cy="9144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605332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Dewan Perniagaan Melayu Malaysia Negeri Johor  |  Jun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635508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BA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SULIT — Dokumen Dalaman Sahaja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315200" y="914400"/>
            <a:ext cx="164592" cy="164592"/>
          </a:xfrm>
          <a:prstGeom prst="ellipse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35240" y="914400"/>
            <a:ext cx="164592" cy="164592"/>
          </a:xfrm>
          <a:prstGeom prst="ellipse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55280" y="914400"/>
            <a:ext cx="164592" cy="164592"/>
          </a:xfrm>
          <a:prstGeom prst="ellipse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0" y="1234440"/>
            <a:ext cx="164592" cy="164592"/>
          </a:xfrm>
          <a:prstGeom prst="ellipse">
            <a:avLst/>
          </a:prstGeom>
          <a:solidFill>
            <a:srgbClr val="5A3080"/>
          </a:solidFill>
          <a:ln w="12700">
            <a:solidFill>
              <a:srgbClr val="5A3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35240" y="1234440"/>
            <a:ext cx="164592" cy="164592"/>
          </a:xfrm>
          <a:prstGeom prst="ellipse">
            <a:avLst/>
          </a:prstGeom>
          <a:solidFill>
            <a:srgbClr val="5A3080"/>
          </a:solidFill>
          <a:ln w="12700">
            <a:solidFill>
              <a:srgbClr val="5A3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0" y="1234440"/>
            <a:ext cx="164592" cy="164592"/>
          </a:xfrm>
          <a:prstGeom prst="ellipse">
            <a:avLst/>
          </a:prstGeom>
          <a:solidFill>
            <a:srgbClr val="5A3080"/>
          </a:solidFill>
          <a:ln w="12700">
            <a:solidFill>
              <a:srgbClr val="5A308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0"/>
            <a:ext cx="8641080" cy="123444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641080" cy="45720"/>
          </a:xfrm>
          <a:prstGeom prst="rect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9144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spc="3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 SURAT 2 DARIPADA 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256032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borang.html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74980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Borang Permohonan Keahlian DPMM (Awam)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457200"/>
            <a:ext cx="1280160" cy="256032"/>
          </a:xfrm>
          <a:prstGeom prst="roundRect">
            <a:avLst>
              <a:gd name="adj" fmla="val 35714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4572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OPERASI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325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https://dpmmjohor.github.io/SISTEM-AHLI-DPMM-JOHOR/borang.html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D0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ALIRAN 7 LANGKAH PERMOHONAN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85800" y="1993392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199339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8992" y="1993392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Keahlian &amp; Fasal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78992" y="217627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ENT / SB dan fasal berkaitan (6.2.1–6.2.5)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85800" y="2569464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25694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8992" y="2569464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Maklumat Entiti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78992" y="275234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syarikat, SSM, alamat, sektor perniagaan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685800" y="3145536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14553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8992" y="3145536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Jualan Tahunan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8992" y="3328416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jualan 4 tahun, modal berbayar &amp; pusingan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5800" y="3721608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721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8992" y="3721608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Pemegang Saham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78992" y="3904488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Sehingga 5 pemegang saham &amp; ahli lembaga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85800" y="4297680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2976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8992" y="429768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 Naik Dokumen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78992" y="4480560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IC, SSM, Borang 9/24/49, Sijil, Bukti bayaran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85800" y="4873752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7375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8992" y="4873752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Bayaran &amp; Akuan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78992" y="5056632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daftar + yuran tahunan, kaedah bayaran, PDPA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85800" y="5449824"/>
            <a:ext cx="320040" cy="320040"/>
          </a:xfrm>
          <a:prstGeom prst="ellipse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44982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8992" y="5449824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Semak &amp; Hantar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078992" y="5632704"/>
            <a:ext cx="3108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penuh, jana Ref DPMMJHR/BARU/...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1691640"/>
            <a:ext cx="2057400" cy="1389888"/>
          </a:xfrm>
          <a:prstGeom prst="roundRect">
            <a:avLst>
              <a:gd name="adj" fmla="val 7895"/>
            </a:avLst>
          </a:prstGeom>
          <a:solidFill>
            <a:srgbClr val="EDE7F6"/>
          </a:solidFill>
          <a:ln w="12700">
            <a:solidFill>
              <a:srgbClr val="E0D0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1783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🗄️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5303520" y="178308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 Database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303520" y="2039112"/>
            <a:ext cx="13258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Jadual: PERMOHONAN_AHLI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medan data permohonan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+ anon INSERT policy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858000" y="1691640"/>
            <a:ext cx="2057400" cy="1389888"/>
          </a:xfrm>
          <a:prstGeom prst="roundRect">
            <a:avLst>
              <a:gd name="adj" fmla="val 7895"/>
            </a:avLst>
          </a:prstGeom>
          <a:solidFill>
            <a:srgbClr val="EDE7F6"/>
          </a:solidFill>
          <a:ln w="12700">
            <a:solidFill>
              <a:srgbClr val="E0D0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95160" y="1783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📁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7452360" y="178308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 Storage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452360" y="2039112"/>
            <a:ext cx="13258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Bucket: permohonan-dokumen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jenis dokumen, max 10MB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logic + fallback URL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709160" y="3200400"/>
            <a:ext cx="2057400" cy="1389888"/>
          </a:xfrm>
          <a:prstGeom prst="roundRect">
            <a:avLst>
              <a:gd name="adj" fmla="val 7895"/>
            </a:avLst>
          </a:prstGeom>
          <a:solidFill>
            <a:srgbClr val="EDE7F6"/>
          </a:solidFill>
          <a:ln w="12700">
            <a:solidFill>
              <a:srgbClr val="E0D0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46320" y="3291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✉️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303520" y="329184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EmailJS Notifikasi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303520" y="3547872"/>
            <a:ext cx="13258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dpmmnj.pengurusan@gmail.com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Pemohon: emel entiti / proksi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Ref, jenis, jumlah, timestamp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858000" y="3200400"/>
            <a:ext cx="2057400" cy="1389888"/>
          </a:xfrm>
          <a:prstGeom prst="roundRect">
            <a:avLst>
              <a:gd name="adj" fmla="val 7895"/>
            </a:avLst>
          </a:prstGeom>
          <a:solidFill>
            <a:srgbClr val="EDE7F6"/>
          </a:solidFill>
          <a:ln w="12700">
            <a:solidFill>
              <a:srgbClr val="E0D0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95160" y="3291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7452360" y="329184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Chatbot (Groq)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452360" y="3547872"/>
            <a:ext cx="132588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Ciri "Isi Pintar" — bantu isi borang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 daripada dokumen SSM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Groq (model llama)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0"/>
            <a:ext cx="8641080" cy="123444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641080" cy="45720"/>
          </a:xfrm>
          <a:prstGeom prst="rect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9144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spc="3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 SURAT 3 DARIPADA 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256032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index.html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7498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SISTEM-AHLI — Panel Pengurusan Pentadbir (Login Diperlukan)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457200"/>
            <a:ext cx="1280160" cy="256032"/>
          </a:xfrm>
          <a:prstGeom prst="roundRect">
            <a:avLst>
              <a:gd name="adj" fmla="val 35714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4572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OPERASI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3258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https://dpmmjohor.github.io/SISTEM-AHLI-DPMM-JOHOR/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58368" y="166420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175564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212140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ringkasan: jumlah ahli, yuran, SSM, tindakan susulan aktif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2788920" y="166420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62072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19272" y="175564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Senarai Ahli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62072" y="212140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Cari, tapis, edit ahli. Eksport CSV. Susun mengikut daerah.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4919472" y="166420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92624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49824" y="175564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Permohonan Baru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92624" y="212140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Semak permohonan status BARU. Ubah status, cetak rekod.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7050024" y="166420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23176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80376" y="175564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Yuran Tracker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23176" y="212140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Penjejak yuran tahunan mengikut ahli &amp; tahun semasa.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658368" y="308152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88720" y="317296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SSM Tracker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353872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Semak tarikh luput SSM, hantar peringatan automatik.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2788920" y="308152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62072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📞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319272" y="317296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862072" y="353872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Senarai tindakan susulan tertunggak dengan status terkini.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919472" y="308152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92624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449824" y="317296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 Mesej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92624" y="353872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templat WhatsApp/Email (jadual DPMM_TEMPLATES).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050024" y="3081528"/>
            <a:ext cx="2029968" cy="1298448"/>
          </a:xfrm>
          <a:prstGeom prst="roundRect">
            <a:avLst>
              <a:gd name="adj" fmla="val 7042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23176" y="3154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580376" y="317296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123176" y="353872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teks kaya, 7 kategori, simpan ke DPMM_DOKUMEN.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0"/>
            <a:ext cx="8641080" cy="1234440"/>
          </a:xfrm>
          <a:prstGeom prst="rect">
            <a:avLst/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641080" cy="45720"/>
          </a:xfrm>
          <a:prstGeom prst="rect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9144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spc="3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 SURAT 4 DARIPADA 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256032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SISTEM-MESYUARAT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74980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Pengurusan Mesyuarat DPMM Negeri Johor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49440" y="457200"/>
            <a:ext cx="1280160" cy="256032"/>
          </a:xfrm>
          <a:prstGeom prst="roundRect">
            <a:avLst>
              <a:gd name="adj" fmla="val 35714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4572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DIRANCANG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35331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ini akan menguruskan keseluruhan kitaran mesyuarat — daripada penjadualan, penghantaran notis, penjejakan kehadiran hingga penyimpanan minit mesyuarat.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8368" y="187452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19842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Jadual Mesyuarat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5528" y="23774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Cipta &amp; urus jadual mesyuarat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95528" y="26517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Set tarikh, masa &amp; lokasi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95528" y="29260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Jenis: JKN / JKP / Agung Tahunan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493008" y="187452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02736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📢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114800" y="19842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Notis &amp; Undangan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30168" y="23774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Blast ke kumpulan yang betul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30168" y="26517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JKN → ahli JKN sahaja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30168" y="29260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JKP → ahli JKP sahaja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30168" y="32004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Agung → semua ahli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30168" y="347472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Via WhatsApp + Email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327648" y="187452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49440" y="198424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Kehadiran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64808" y="23774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Rekod 4 status kehadiran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64808" y="26517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Hadir / Tidak Hadir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64808" y="29260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Belum Dihubungi / Lain-lain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64808" y="32004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Laporan kehadiran PDF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58368" y="39776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280160" y="408736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Minit Mesyuarat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5528" y="44805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Editor minit mesyuarat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5528" y="47548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Simpan ke pangkalan data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95528" y="50292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Integrasi Google Drive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95528" y="530352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Akses semula bila-bila masa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493008" y="39776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273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114800" y="408736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Kumpulan Penerima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30168" y="44805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Ahli Biasa (semua ahli)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630168" y="47548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Jawatankuasa Negeri (JKN)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630168" y="50292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Jawatankuasa Pengurusan (JKP)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630168" y="530352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Auto-detect daripada rekod ahli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327648" y="39776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EDE7F6"/>
          </a:solidFill>
          <a:ln w="12700">
            <a:solidFill>
              <a:srgbClr val="D8C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3737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6949440" y="408736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0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Pangkalan Data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464808" y="448056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DPMM_MESYUARAT (jadual)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464808" y="475488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DPMM_KEHADIRAN (rekod)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64808" y="50292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Integrasi Supabase sedia ada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464808" y="530352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Akses melalui panel admin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032"/>
          </a:solidFill>
          <a:ln w="12700">
            <a:solidFill>
              <a:srgbClr val="1A10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0"/>
            <a:ext cx="8641080" cy="1234440"/>
          </a:xfrm>
          <a:prstGeom prst="rect">
            <a:avLst/>
          </a:prstGeom>
          <a:solidFill>
            <a:srgbClr val="2A1048"/>
          </a:solidFill>
          <a:ln w="12700">
            <a:solidFill>
              <a:srgbClr val="2A10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07008"/>
            <a:ext cx="8641080" cy="45720"/>
          </a:xfrm>
          <a:prstGeom prst="rect">
            <a:avLst/>
          </a:prstGeom>
          <a:solidFill>
            <a:srgbClr val="C9A63C"/>
          </a:solidFill>
          <a:ln w="12700">
            <a:solidFill>
              <a:srgbClr val="C9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9144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spc="3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MUKA SURAT 5 DARIPADA 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85800" y="256032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Senibina Teknikal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85800" y="7498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BA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Teknologi &amp; Pangkalan Data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3716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TEKNOLOGI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85800" y="1719072"/>
            <a:ext cx="3794760" cy="566928"/>
          </a:xfrm>
          <a:prstGeom prst="roundRect">
            <a:avLst>
              <a:gd name="adj" fmla="val 12903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79222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98448" y="1773936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298448" y="199339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JavaScript — fail tunggal, tiada build tool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685800" y="2377440"/>
            <a:ext cx="3794760" cy="566928"/>
          </a:xfrm>
          <a:prstGeom prst="roundRect">
            <a:avLst>
              <a:gd name="adj" fmla="val 12903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45059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🗄️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98448" y="2432304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298448" y="2651760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RLS + Storage — hosting pangkalan data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85800" y="3035808"/>
            <a:ext cx="3794760" cy="566928"/>
          </a:xfrm>
          <a:prstGeom prst="roundRect">
            <a:avLst>
              <a:gd name="adj" fmla="val 12903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1089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✉️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98448" y="309067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EmailJS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298448" y="3310128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e-mel — service_a3kt2zm / template_553fkme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85800" y="3694176"/>
            <a:ext cx="3794760" cy="566928"/>
          </a:xfrm>
          <a:prstGeom prst="roundRect">
            <a:avLst>
              <a:gd name="adj" fmla="val 12903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7673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📄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98448" y="3749040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298448" y="3968496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Jana PDF A4 landscape — eksport ahli &amp; permohonan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685800" y="4352544"/>
            <a:ext cx="3794760" cy="566928"/>
          </a:xfrm>
          <a:prstGeom prst="roundRect">
            <a:avLst>
              <a:gd name="adj" fmla="val 12903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425696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98448" y="4407408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298448" y="4626864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percuma — github.io/DPMMJOHOR/SISTEM-AHLI-DPMM-JOHOR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685800" y="5010912"/>
            <a:ext cx="3794760" cy="566928"/>
          </a:xfrm>
          <a:prstGeom prst="roundRect">
            <a:avLst>
              <a:gd name="adj" fmla="val 12903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084064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98448" y="5065776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298448" y="528523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Bantuan borang pintar — model llama via API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4754880" y="1371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JADUAL SUPABASE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54880" y="1719072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179222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🗃️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66944" y="177393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AHLI DPMM JOHOR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266944" y="195681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rekod ahli utama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4754880" y="2286000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23591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🗃️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66944" y="2340864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PERMOHONAN_AHLI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266944" y="2523744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Permohonan daripada borang.html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4754880" y="2852928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46320" y="29260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🗃️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266944" y="2907792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DPMM_TEMPLATES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66944" y="3090672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 mesej WhatsApp/Email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4754880" y="3419856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349300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🗃️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266944" y="3474720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DPMM_DOKUMEN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266944" y="3657600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organisasi (7 kategori)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4754880" y="3986784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46320" y="405993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🗃️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66944" y="4041648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DPMM_MESYUARAT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66944" y="4224528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Jadual &amp; rekod mesyuarat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4754880" y="4553712"/>
            <a:ext cx="3977640" cy="475488"/>
          </a:xfrm>
          <a:prstGeom prst="roundRect">
            <a:avLst>
              <a:gd name="adj" fmla="val 15385"/>
            </a:avLst>
          </a:prstGeom>
          <a:solidFill>
            <a:srgbClr val="2A1048"/>
          </a:solidFill>
          <a:ln w="12700">
            <a:solidFill>
              <a:srgbClr val="4A206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46320" y="462686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🗃️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66944" y="460857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DPMM_KEHADIRAN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266944" y="479145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CCB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Kehadiran mesyuarat ahli</a:t>
            </a:r>
            <a:endParaRPr lang="en-US" sz="780" dirty="0"/>
          </a:p>
        </p:txBody>
      </p:sp>
      <p:sp>
        <p:nvSpPr>
          <p:cNvPr id="59" name="Shape 57"/>
          <p:cNvSpPr/>
          <p:nvPr/>
        </p:nvSpPr>
        <p:spPr>
          <a:xfrm>
            <a:off x="502920" y="5943600"/>
            <a:ext cx="8641080" cy="914400"/>
          </a:xfrm>
          <a:prstGeom prst="rect">
            <a:avLst/>
          </a:prstGeom>
          <a:solidFill>
            <a:srgbClr val="3D0066"/>
          </a:solidFill>
          <a:ln w="12700">
            <a:solidFill>
              <a:srgbClr val="3D006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5800" y="6035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Keselamatan: RLS diaktifkan · Kunci API disimpan dalam config-local.js (gitignored) · Login diperlukan untuk akses admin · PDPA compliant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85800" y="63276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9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Sistem: Jun 2026  ·  Disiapkan oleh: Setiausaha Kehormat DPMM Negeri Johor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2026-06-08T07:10:24Z</dcterms:created>
  <dcterms:modified xsi:type="dcterms:W3CDTF">2026-06-08T07:10:24Z</dcterms:modified>
</cp:coreProperties>
</file>