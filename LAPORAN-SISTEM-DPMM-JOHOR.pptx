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032"/>
          </a:solidFill>
          <a:ln w="12700">
            <a:solidFill>
              <a:srgbClr val="1A1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377440"/>
            <a:ext cx="7863840" cy="54864"/>
          </a:xfrm>
          <a:prstGeom prst="rect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DPMM NEGERI JOHOR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Laporan Sistem Digital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Keseluruhan Platform Pengurusan Ahli &amp; Mesyuarat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6A0DAD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Permohonan DPMM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32004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6A0DAD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Ahli DPMM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15000" y="32004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4A2060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Mesyuarat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5943600"/>
            <a:ext cx="8641080" cy="9144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0533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Dewan Perniagaan Melayu Malaysia Negeri Johor  |  Jun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— Dokumen Dalaman Sahaja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0" y="914400"/>
            <a:ext cx="164592" cy="164592"/>
          </a:xfrm>
          <a:prstGeom prst="ellipse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914400"/>
            <a:ext cx="164592" cy="164592"/>
          </a:xfrm>
          <a:prstGeom prst="ellipse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914400"/>
            <a:ext cx="164592" cy="164592"/>
          </a:xfrm>
          <a:prstGeom prst="ellipse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234440"/>
            <a:ext cx="164592" cy="164592"/>
          </a:xfrm>
          <a:prstGeom prst="ellipse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234440"/>
            <a:ext cx="164592" cy="164592"/>
          </a:xfrm>
          <a:prstGeom prst="ellipse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234440"/>
            <a:ext cx="164592" cy="164592"/>
          </a:xfrm>
          <a:prstGeom prst="ellipse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8641080" cy="123444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641080" cy="45720"/>
          </a:xfrm>
          <a:prstGeom prst="rect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 SURAT 2 DARIPADA 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56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Borang Permohonan DPMM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7498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Permohonan Keahlian — Akses Awam Tanpa 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457200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57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OPERASI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https://dpmmjohor.github.io/SISTEM-AHLI-DPMM-JOHOR/borang.html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7 LANGKAH PERMOHONAN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1993392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199339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Keahlian &amp; Fasal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78992" y="21762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ENT / SB dan fasal berkaitan (6.2.1–6.2.5)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2569464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569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56946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Maklumat Entiti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27523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syarikat, SSM, alamat, sektor perniagaan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" y="3145536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" y="314553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Jualan Tahunan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8992" y="33284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jualan 4 tahun, modal berbayar &amp; pusingan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5800" y="3721608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21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372160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Pemegang Saham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8992" y="3904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 5 pemegang saham &amp; ahli lembaga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5800" y="4297680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42976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Naik Dokumen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8992" y="4480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IC, SSM, Borang 9/24/49, Sijil, Bukti bayaran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5800" y="4873752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" y="487375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Bayaran &amp; Akuan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8992" y="505663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daftar + yuran tahunan, kaedah bayaran, PDPA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" y="5449824"/>
            <a:ext cx="320040" cy="320040"/>
          </a:xfrm>
          <a:prstGeom prst="ellipse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449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544982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&amp; Hantar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78992" y="56327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penuh, jana Ref DPMMJHR/BARU/...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9160" y="1691640"/>
            <a:ext cx="2057400" cy="1389888"/>
          </a:xfrm>
          <a:prstGeom prst="roundRect">
            <a:avLst>
              <a:gd name="adj" fmla="val 7895"/>
            </a:avLst>
          </a:prstGeom>
          <a:solidFill>
            <a:srgbClr val="EDE7F6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30352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Database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2039112"/>
            <a:ext cx="1325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Jadual: PERMOHONAN_AHLI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medan data permohonan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anon INSERT policy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0" y="1691640"/>
            <a:ext cx="2057400" cy="1389888"/>
          </a:xfrm>
          <a:prstGeom prst="roundRect">
            <a:avLst>
              <a:gd name="adj" fmla="val 7895"/>
            </a:avLst>
          </a:prstGeom>
          <a:solidFill>
            <a:srgbClr val="EDE7F6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5236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Storage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52360" y="2039112"/>
            <a:ext cx="1325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permohonan-dokumen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jenis dokumen, max 10MB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+ fallback URL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200400"/>
            <a:ext cx="2057400" cy="1389888"/>
          </a:xfrm>
          <a:prstGeom prst="roundRect">
            <a:avLst>
              <a:gd name="adj" fmla="val 7895"/>
            </a:avLst>
          </a:prstGeom>
          <a:solidFill>
            <a:srgbClr val="EDE7F6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303520" y="3291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EmailJS Notifikasi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03520" y="3547872"/>
            <a:ext cx="1325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dpmmnj.pengurusan@gmail.com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Pemohon: emel entiti / proksi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Ref, jenis, jumlah, timestamp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200400"/>
            <a:ext cx="2057400" cy="1389888"/>
          </a:xfrm>
          <a:prstGeom prst="roundRect">
            <a:avLst>
              <a:gd name="adj" fmla="val 7895"/>
            </a:avLst>
          </a:prstGeom>
          <a:solidFill>
            <a:srgbClr val="EDE7F6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452360" y="3291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(Groq)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52360" y="3547872"/>
            <a:ext cx="13258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"Isi Pintar" — bantu isi borang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daripada dokumen SSM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Groq (model llama)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8641080" cy="123444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641080" cy="45720"/>
          </a:xfrm>
          <a:prstGeom prst="rect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 SURAT 3 DARIPADA 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56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Ahli DPMM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749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Pengurusan Pentadbir — Login Diperlukan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457200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57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OPERASI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https://dpmmjohor.github.io/SISTEM-AHLI-DPMM-JOHOR/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166420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1755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12140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ringkasan: jumlah ahli, yuran, SSM, tindakan susulan aktif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88920" y="166420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9272" y="1755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Senarai Ahli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62072" y="212140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Cari, tapis, edit ahli. Eksport CSV. Susun mengikut daerah.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919472" y="166420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9824" y="1755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Permohonan Baru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92624" y="212140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permohonan status BARU. Ubah status, cetak rekod.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050024" y="166420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0376" y="1755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Yuran Tracker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23176" y="212140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Penjejak yuran tahunan mengikut ahli &amp; tahun semasa.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58368" y="308152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3172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SSM Tracker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53872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tarikh luput SSM, hantar peringatan automatik.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788920" y="308152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19272" y="3172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Up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62072" y="353872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Senarai tindakan susulan tertunggak dengan status terkini.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919472" y="308152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9824" y="3172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Mesej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92624" y="353872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templat WhatsApp/Email (jadual DPMM_TEMPLATES).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050024" y="3081528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23176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80376" y="3172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Dokumen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23176" y="353872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teks kaya, 7 kategori, simpan ke DPMM_DOKUMEN.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864108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641080" cy="45720"/>
          </a:xfrm>
          <a:prstGeom prst="rect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 SURAT 4 DARIPADA 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560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SISTEM-MESYUARAT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7498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Pengurusan Mesyuarat DPMM Negeri Johor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457200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457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DIRANCANG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ini akan menguruskan keseluruhan kitaran mesyuarat — daripada penjadualan, penghantaran notis, penjejakan kehadiran hingga penyimpanan minit mesyuarat.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87452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19842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Jadual Mesyuarat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" y="23774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Cipta &amp; urus jadual mesyuarat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" y="2651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tarikh, masa &amp; lokasi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" y="29260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Jenis: JKN / JKP / Agung Tahunan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93008" y="187452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0" y="19842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Notis &amp; Undangan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23774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Blast ke kumpulan yang betul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2651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JKN → ahli JKN sahaja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30168" y="29260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JKP → ahli JKP sahaja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30168" y="3200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Agung → semua ahli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30168" y="34747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Via WhatsApp + Email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27648" y="187452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19842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Kehadiran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64808" y="23774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Rekod 4 status kehadiran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64808" y="2651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Hadir / Tidak Hadir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64808" y="29260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Belum Dihubungi / Lain-lain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64808" y="3200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Laporan kehadiran PDF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977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40873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Minit Mesyuarat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5528" y="4480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 minit mesyuarat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" y="4754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Simpan ke pangkalan 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5528" y="50292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Integrasi Google Drive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" y="5303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semula bila-bila masa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93008" y="3977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0273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114800" y="40873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Kumpulan Penerima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30168" y="4480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Ahli Biasa (semua ahli)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30168" y="4754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Jawatankuasa Negeri (JKN)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30168" y="50292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Jawatankuasa Pengurusan (JKP)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30168" y="5303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Auto-detect daripada rekod ahli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27648" y="3977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DE7F6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49440" y="40873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Pangkalan Data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64808" y="44805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DPMM_MESYUARAT (jadual)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64808" y="4754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DPMM_KEHADIRAN (rekod)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64808" y="50292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Integrasi Supabase sedia ada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64808" y="5303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melalui panel admin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032"/>
          </a:solidFill>
          <a:ln w="12700">
            <a:solidFill>
              <a:srgbClr val="1A1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8641080" cy="1234440"/>
          </a:xfrm>
          <a:prstGeom prst="rect">
            <a:avLst/>
          </a:prstGeom>
          <a:solidFill>
            <a:srgbClr val="2A1048"/>
          </a:solidFill>
          <a:ln w="12700">
            <a:solidFill>
              <a:srgbClr val="2A1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641080" cy="45720"/>
          </a:xfrm>
          <a:prstGeom prst="rect">
            <a:avLst/>
          </a:prstGeom>
          <a:solidFill>
            <a:srgbClr val="C9A63C"/>
          </a:solidFill>
          <a:ln w="12700">
            <a:solidFill>
              <a:srgbClr val="C9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 SURAT 5 DARIPADA 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Senibina Teknikal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749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Teknologi &amp; Pangkalan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TEKNOLOGI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719072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922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177393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199339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 — fail tunggal, tiada build tool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85800" y="237744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505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243230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98448" y="265176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 + Storage — hosting pangkalan data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5800" y="3035808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8448" y="309067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98448" y="331012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e-mel — service_a3kt2zm / template_553fkme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5800" y="3694176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67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3749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98448" y="396849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PDF A4 landscape — eksport ahli &amp; permohonan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85800" y="4352544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256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8448" y="440740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98448" y="462686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percuma — github.io/DPMMJOHOR/SISTEM-AHLI-DPMM-JOHOR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85800" y="5010912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840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8448" y="506577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98448" y="5285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 borang pintar — model llama via API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54880" y="1371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JADUAL SUPABASE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719072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7922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66944" y="177393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AHLI DPMM JOHOR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66944" y="195681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rekod ahli utama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754880" y="2286000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66944" y="234086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PERMOHONAN_AHLI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66944" y="252374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daripada borang.html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754880" y="2852928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926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66944" y="290779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DPMM_TEMPLATES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66944" y="309067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 mesej WhatsApp/Email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754880" y="3419856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4930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66944" y="347472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DPMM_DOKUMEN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66944" y="365760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organisasi (7 kategori)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754880" y="3986784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0599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66944" y="404164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DPMM_MESYUARAT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66944" y="4224528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Jadual &amp; rekod mesyuarat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754880" y="4553712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2A1048"/>
          </a:solidFill>
          <a:ln w="12700">
            <a:solidFill>
              <a:srgbClr val="4A20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6268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🗃️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66944" y="460857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DPMM_KEHADIRAN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66944" y="4791456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mesyuarat ahli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02920" y="5943600"/>
            <a:ext cx="8641080" cy="914400"/>
          </a:xfrm>
          <a:prstGeom prst="rect">
            <a:avLst/>
          </a:prstGeom>
          <a:solidFill>
            <a:srgbClr val="3D0066"/>
          </a:solidFill>
          <a:ln w="12700">
            <a:solidFill>
              <a:srgbClr val="3D00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Keselamatan: RLS diaktifkan · Kunci API disimpan dalam config-local.js (gitignored) · Login diperlukan untuk akses admin · PDPA compliant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5800" y="6327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Sistem: Jun 2026  ·  Disiapkan oleh: Setiausaha Kehormat DPMM Negeri Johor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2026-06-08T08:37:21Z</dcterms:created>
  <dcterms:modified xsi:type="dcterms:W3CDTF">2026-06-08T08:37:21Z</dcterms:modified>
</cp:coreProperties>
</file>